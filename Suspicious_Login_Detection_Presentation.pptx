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LOGIN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DETECTION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Mini-SIEM Dashboard for Real-Time Login Anomaly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2026  |  Next.js  •  Prisma  •  SQLite  •  Recharts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 Attacks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24 billion credentials exposed in breaches. Brute-force &amp; credential-stuffing attacks are rising exponentially.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log in from different countries within minutes — a pattern humans can't catch in real-time.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teams are overwhelmed by thousands of raw logs. They need intelligent, prioritized alerts.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26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detect a breach is 204 days. Real-time detection can reduce this to seconds.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Command &amp; Control (C2) dashboard that monitors login events,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them with a rule-based detection engine, and surfaces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high-priority security alerts — all in a single Next.js application.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detection, Impossible travel, Tor exit node checks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560320"/>
            <a:ext cx="73152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scoring based on velocity, distance &amp; failure rates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1480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Live-polling C2 interface with charts, maps &amp; triage 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73152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Playbooks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attack simulations for live demonstrations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+ Frontend)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1371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1463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(Prisma ORM)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C55E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38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+ Detection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66160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• Impossible Travel • IP Reputation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Scorer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scoring: distance × velocity × failure 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120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5257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polling every 3s • KPI cards • Charts • Triage Logs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PREVENT BRUTE-FORCE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ACCOUNT TAKEOVER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Failure Monitoring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664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login queries the last hour of events. 5+ failures from the same user triggers brute_force_suspected.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Anomaly Scoring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624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score (0-100) combining failure rate, geo-distance, and login velocity — not just binary block/allow.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584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distance calculation between consecutive logins. SF→Beijing in 2 min = instant critical alert.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5196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 Triage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544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&gt; 90 = Critical, &gt; 80 = High, &gt; 60 = Medium. Security teams see prioritized threats, not raw logs.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3-Second Detection Window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504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polling every 3 seconds. Industry average breach detection is 204 days — we reduce it to seconds.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 doesn't just block — it detects, scores, classifies, and surfaces threats in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• React 19 • CSS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(Area, Pie, Bar) • Lucide React Icons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• Custom Rule Engine • Anomaly Scorer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via Prisma ORM v5 • Auto migrations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(stale-while-revalidate) • 3 second refresh interval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• ESLint • tsx • ts-node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Condition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 failed logins in 1 hour from same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 to +60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1000 km distance with &lt; 12h gap between logins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 to +70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Travel Anomaly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min between logins from &gt; 100 km away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3154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21214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Distance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from &gt; 5000 km from home 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anomalyScore = f(distance) + f(failureRate) + f(velocity)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suspicionScore = anomalyScore × 1.2    if isSuspicious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generated when score &gt; 60 OR any rule flag is triggered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Metrics Bar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events, failure rate %, critical alerts count — with pulsing glow for active threats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Threat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871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map visualization with pulsing red dots showing real-time attack origins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Vitals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01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 (Success vs Failure) + Area chart (Anomaly Score timeline)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 Triage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Terminal-style log viewer with color-coded status, IP, geo info and suspicion scores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Security Alerts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230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alert cards with severity badges, user info, IP, and raw JSON details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76072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852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Playbook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6144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buttons to trigger brute-force (7 attempts) and impossible-travel simulations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98448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http://localhost:3000 to see the C2 interface with seeded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50008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Brute Force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playbook_bruteforce.sh — 7 rapid failed logins from Russia appear in logs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01568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Alerts Populate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3 seconds, new alerts with severity badges appear in the side panel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53128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53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Impossible Travel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playbook_impossibletravel.sh — Login from US, then China 2 seconds later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04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Score Spikes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score chart spikes to 100. Critical alert generated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Anomaly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rule-based scoring with trained Isolation Forest / Autoencoder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IP Geolocation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IPInfo or MaxMind for production-grade IP intelligence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Real-Time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SWR polling with WebSocket push for instant event streaming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JWT-based auth with bcrypt password hashing for production use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simulation map with interactive Mapbox GL JS with real coordinates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4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0352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623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Vercel with Prisma Postgres or PlanetScale for cloud hosting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0"/>
            <a:ext cx="11274552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github.com/RithanyaSivabalakrishnan/Suspicious-Login-Activity-Detection-System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Suspicious Login Activity Detection System</dc:title>
  <dc:subject>PptxGenJS Presentation</dc:subject>
  <dc:creator>Team</dc:creator>
  <cp:lastModifiedBy>Team</cp:lastModifiedBy>
  <cp:revision>1</cp:revision>
  <dcterms:created xsi:type="dcterms:W3CDTF">2026-03-06T19:59:41Z</dcterms:created>
  <dcterms:modified xsi:type="dcterms:W3CDTF">2026-03-06T19:59:41Z</dcterms:modified>
</cp:coreProperties>
</file>